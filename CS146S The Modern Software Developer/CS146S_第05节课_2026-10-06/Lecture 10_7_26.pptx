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skills.md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8e38f890bfebb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8e38f890bfeb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38f890bfebbe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38f890bfebbe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8e38f890bfebb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8e38f890bfebb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48aec0a86415878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48aec0a86415878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Like scripts for agents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8aec0a86415878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8aec0a86415878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a </a:t>
            </a:r>
            <a:r>
              <a:rPr lang="en" u="sng">
                <a:solidFill>
                  <a:schemeClr val="hlink"/>
                </a:solidFill>
                <a:hlinkClick r:id="rId2"/>
              </a:rPr>
              <a:t>skills.md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8aec0a86415878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8aec0a86415878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8aec0a86415878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8aec0a86415878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8aec0a86415878f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8aec0a86415878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8aec0a86415878f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48aec0a86415878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8aec0a86415878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48aec0a86415878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79b677a1dd5ab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579b677a1dd5ab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48aec0a86415878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48aec0a86415878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48aec0a86415878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48aec0a86415878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attpocock/skill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rowse.sh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Assignment 3 due Friday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credits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 credits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Austin from Cmux!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Lee Robinson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400" y="2277400"/>
            <a:ext cx="2135200" cy="21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2791750" y="1893050"/>
            <a:ext cx="34377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is good for 3rd party integrations for coding agents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amazingly good at following longer form procedures and exposing such capabilities is an important part of any harness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 standard for dynamically loaded agent capabilities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Domain-specific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Combine code and prompts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Loaded by agent as needed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Use cases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Document authoring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Powerpoint creation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Data analysis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…and more</a:t>
            </a:r>
            <a:endParaRPr sz="185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977250" y="2278500"/>
            <a:ext cx="1189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categories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understanding and p</a:t>
            </a:r>
            <a:r>
              <a:rPr lang="en"/>
              <a:t>lanning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style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Miscellaneous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Browser parsing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understanding and planning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RePPIT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grill-me</a:t>
            </a:r>
            <a:r>
              <a:rPr lang="en"/>
              <a:t> / </a:t>
            </a:r>
            <a:r>
              <a:rPr i="1" lang="en"/>
              <a:t>grill-with-docs </a:t>
            </a:r>
            <a:r>
              <a:rPr lang="en"/>
              <a:t>- </a:t>
            </a:r>
            <a:r>
              <a:rPr lang="en" u="sng">
                <a:solidFill>
                  <a:schemeClr val="hlink"/>
                </a:solidFill>
                <a:hlinkClick r:id="rId3"/>
              </a:rPr>
              <a:t>Matt Pocock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 a mental model of a task</a:t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create-verification-skill </a:t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style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code-level best practices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code review agents</a:t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Miscellaneous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Browser parsing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https://browse.sh/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scope focused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skill, one clearly defined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your own collection of skills that you can easily port across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Mine your own transcripts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Skills are </a:t>
            </a:r>
            <a:r>
              <a:rPr lang="en"/>
              <a:t>processes written as markdown – dig your own chats to see where you intervened or corrected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Chefs bring their own knives between kitchens </a:t>
            </a:r>
            <a:r>
              <a:rPr lang="en"/>
              <a:t>- poteto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burn tokens/time reinventing the wheel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Equip agents with a CLI tool and wrap the boilerplate in a skill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 situations and request phrases that should trigger the skill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Progressive disclosure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Reference specific files as needed with additional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Modularize and compose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a verification skill to have an agent check its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for improvement 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vs MCP vs Skills</a:t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HTTP/REST/GraphQL service interfaces exposed by app for developers to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You call or an SDK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You decide auth, retries, paginations, input validation,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Tool definitions exposed by a server so an LLM agent can invoke them in a standardized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</a:t>
            </a:r>
            <a:r>
              <a:rPr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model/agent runtime (as “tool calls”), not a human developer writing bespoke integrations each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Main mechanism for interacting with external resources, data,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Reusable task packages / procedures that teach an agent how to do a job, often by orchestrating multiple tools/endpoints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Agent or agent framework as higher level capability it can reach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Workflow abstraction - “here’s the repeatable way to complete X.”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667900" y="2255550"/>
            <a:ext cx="1808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