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f2df738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f2df738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8766fb37d0b62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8766fb37d0b62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8766fb37d0b621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8766fb37d0b621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8766fb37d0b62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8766fb37d0b62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Vibe coding has different definitions but the standard one of just YOLO-ing and tab-accepting AI code is not the focus here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8766fb37d0b621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8766fb37d0b621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8766fb37d0b621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8766fb37d0b62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You should have an active, functional mental model of how you would build your solution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8766fb37d0b621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8766fb37d0b621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days bad code is both architecturally wrong decisions but also functionally incorrect software (from hallucinating LLMs)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8766fb37d0b621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8766fb37d0b621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8766fb37d0b621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8766fb37d0b621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something you should iterate on to find what works for you but these high level points should be a solid starting point for your own workflow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8766fb37d0b62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8766fb37d0b62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8766fb37d0b621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8766fb37d0b621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8766fb37d0b621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8766fb37d0b621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8766fb37d0b621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8766fb37d0b621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8766fb37d0b621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8766fb37d0b621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8766fb37d0b621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8766fb37d0b621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8766fb37d0b621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8766fb37d0b621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mvDxxNubI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obra/superpowers" TargetMode="External"/><Relationship Id="rId4" Type="http://schemas.openxmlformats.org/officeDocument/2006/relationships/hyperlink" Target="https://github.com/Fission-AI/OpenSpec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Factory workshop</a:t>
            </a:r>
            <a:endParaRPr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Thursday, 6:20-645pm</a:t>
            </a:r>
            <a:endParaRPr sz="1529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Announcing the OSS partners program</a:t>
            </a:r>
            <a:endParaRPr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Anyscale (Ray)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Arize AI (Phoenix)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Browserbase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cmux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CopilotKit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CrewAI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HeyGen 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Marimo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OpenHands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Pi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Unsloth AI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Vercel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Warp</a:t>
            </a:r>
            <a:endParaRPr sz="1529"/>
          </a:p>
          <a:p>
            <a:pPr indent="-30384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29"/>
              <a:t>Zilliz</a:t>
            </a:r>
            <a:endParaRPr sz="1529"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Advanced Prompting and Context Engineering for Complex Codebases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Orientation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Objective</a:t>
            </a:r>
            <a:endParaRPr sz="1665"/>
          </a:p>
          <a:p>
            <a:pPr indent="-31083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</a:pPr>
            <a:r>
              <a:rPr lang="en" sz="1295"/>
              <a:t>Move beyond ad-hoc prompting to a robust and reliable synchronous AI development workflow </a:t>
            </a:r>
            <a:endParaRPr sz="1295"/>
          </a:p>
          <a:p>
            <a:pPr indent="-31083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</a:pPr>
            <a:r>
              <a:rPr lang="en" sz="1295"/>
              <a:t>Use AI to rapidly onboard to unfamiliar codebases and systematically complete complex coding tasks</a:t>
            </a:r>
            <a:endParaRPr sz="1295"/>
          </a:p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Lesson Plan</a:t>
            </a:r>
            <a:endParaRPr sz="1665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how to onboard to large unfamiliar codebases rapidly</a:t>
            </a:r>
            <a:endParaRPr sz="1388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spec-driven engineering via the RePPIT framework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Research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Propose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Plan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Implement</a:t>
            </a:r>
            <a:endParaRPr sz="1388"/>
          </a:p>
          <a:p>
            <a:pPr indent="-316706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■"/>
            </a:pPr>
            <a:r>
              <a:rPr lang="en" sz="1388"/>
              <a:t>Test</a:t>
            </a:r>
            <a:endParaRPr sz="1388"/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Char char="○"/>
            </a:pPr>
            <a:r>
              <a:rPr lang="en" sz="1388"/>
              <a:t>Learn about other spec-driven AI development frameworks</a:t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2" name="Google Shape;92;p17" title="Screenshot 2026-02-01 at 10.13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00" y="870100"/>
            <a:ext cx="4491600" cy="346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588150" y="2037150"/>
            <a:ext cx="7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Vibe coding confuses expectations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617500" y="107950"/>
            <a:ext cx="79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How would you build a Mint clone?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025" y="1041775"/>
            <a:ext cx="6200649" cy="34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44750" y="1983815"/>
            <a:ext cx="82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Writing production AI code requires being methodical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Production AI Code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Understand an unfamiliar codebase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 some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 out the most promising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it</a:t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2957854" y="2040550"/>
            <a:ext cx="32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Use </a:t>
            </a:r>
            <a:r>
              <a:rPr b="1" lang="en" sz="3920"/>
              <a:t>RePPIT</a:t>
            </a:r>
            <a:endParaRPr b="1" sz="3920"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3478675" y="342625"/>
            <a:ext cx="25461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ropose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lan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mplement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est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791200" y="1088975"/>
            <a:ext cx="15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Demo</a:t>
            </a:r>
            <a:endParaRPr b="1" sz="3920"/>
          </a:p>
        </p:txBody>
      </p:sp>
      <p:sp>
        <p:nvSpPr>
          <p:cNvPr id="148" name="Google Shape;14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2477050" y="2746450"/>
            <a:ext cx="50145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</a:rPr>
              <a:t>Feature: </a:t>
            </a:r>
            <a:r>
              <a:rPr i="1" lang="en" sz="2000">
                <a:solidFill>
                  <a:schemeClr val="dk1"/>
                </a:solidFill>
              </a:rPr>
              <a:t>Include a trend line showing spending by category over time. 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2781700" y="577322"/>
            <a:ext cx="3219000" cy="374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5"/>
          <p:cNvCxnSpPr/>
          <p:nvPr/>
        </p:nvCxnSpPr>
        <p:spPr>
          <a:xfrm>
            <a:off x="1408350" y="3527550"/>
            <a:ext cx="614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0" name="Google Shape;160;p25"/>
          <p:cNvSpPr/>
          <p:nvPr/>
        </p:nvSpPr>
        <p:spPr>
          <a:xfrm>
            <a:off x="2186875" y="603548"/>
            <a:ext cx="376200" cy="279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743525" y="1434575"/>
            <a:ext cx="1102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3718" y="1798750"/>
            <a:ext cx="21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½-¾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“smart” tokens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context window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3026625" y="682292"/>
            <a:ext cx="2825400" cy="533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3500400" y="726050"/>
            <a:ext cx="2143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3026625" y="1368092"/>
            <a:ext cx="2825400" cy="533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3299850" y="1423940"/>
            <a:ext cx="23928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AGENTS.md/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CLAUDE.md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3026625" y="2053912"/>
            <a:ext cx="2825400" cy="141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652800" y="2398646"/>
            <a:ext cx="16869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Task-specific context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400225" y="3735150"/>
            <a:ext cx="214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“dumb” zone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Review your specs </a:t>
            </a:r>
            <a:r>
              <a:rPr b="1" lang="en" sz="1850"/>
              <a:t>very</a:t>
            </a:r>
            <a:r>
              <a:rPr lang="en" sz="1850"/>
              <a:t> carefully 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For very large features, break your task down into task lists 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When an item is finished, document your agent’s work in a written artifact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This becomes context with which the next item can be continued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Be very mindful of your context window (½-¾ of “smart” tokens)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delegation taxonomy	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Approaches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Simple prompting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Make a plan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Research then plan</a:t>
            </a:r>
            <a:endParaRPr sz="1850"/>
          </a:p>
          <a:p>
            <a:pPr indent="-346075" lvl="1" marL="13716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(Research then plan) x N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When to apply each?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delegation taxonomy	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25" y="1017725"/>
            <a:ext cx="7208056" cy="34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/>
          <p:nvPr/>
        </p:nvSpPr>
        <p:spPr>
          <a:xfrm>
            <a:off x="8165075" y="4269275"/>
            <a:ext cx="1205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Source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Superpowers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Opinionated end-to-end, guided workflow for solving complex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TDD-based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agent skills that can be used for spec/plan creation, implementation, and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Built-in parallelism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Openspec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Lightweight flow for developing specs, implementation plans, etc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Neat methodology around tracking changes in source-of-truth specs and merging them after a diff is made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popular frameworks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/>
              <a:t>Where do specs live?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Linear or locally/Git (as per OpenSpec)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tradeoffs / decision points for parts of the codebase can live in .notes/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 management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